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243" y="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B59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B59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9B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28016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3D355E"/>
                </a:solidFill>
              </a:rPr>
              <a:t>VAARI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 dirty="0">
                <a:solidFill>
                  <a:srgbClr val="6B5F9E"/>
                </a:solidFill>
              </a:rPr>
              <a:t>Crop Water Footprint Information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566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5F9E"/>
                </a:solidFill>
              </a:rPr>
              <a:t>An Android Application for Agricultural Water Awareness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75488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8070A0"/>
                </a:solidFill>
              </a:rPr>
              <a:t>Pranav</a:t>
            </a:r>
            <a:r>
              <a:rPr lang="en-IN" sz="1400" b="0" i="0" dirty="0">
                <a:solidFill>
                  <a:srgbClr val="8070A0"/>
                </a:solidFill>
              </a:rPr>
              <a:t> Bhagwat  </a:t>
            </a:r>
            <a:r>
              <a:rPr sz="1400" b="0" i="0" dirty="0">
                <a:solidFill>
                  <a:srgbClr val="8070A0"/>
                </a:solidFill>
              </a:rPr>
              <a:t>|  </a:t>
            </a:r>
            <a:r>
              <a:rPr lang="en-IN" sz="1400" b="0" i="0" dirty="0" err="1">
                <a:solidFill>
                  <a:srgbClr val="8070A0"/>
                </a:solidFill>
              </a:rPr>
              <a:t>Mohanish</a:t>
            </a:r>
            <a:r>
              <a:rPr lang="en-IN" sz="1400" b="0" i="0" dirty="0">
                <a:solidFill>
                  <a:srgbClr val="8070A0"/>
                </a:solidFill>
              </a:rPr>
              <a:t> </a:t>
            </a:r>
            <a:r>
              <a:rPr lang="en-IN" sz="1400" b="0" i="0" dirty="0" err="1">
                <a:solidFill>
                  <a:srgbClr val="8070A0"/>
                </a:solidFill>
              </a:rPr>
              <a:t>Lowanshi</a:t>
            </a:r>
            <a:r>
              <a:rPr lang="en-IN" sz="1400" b="0" i="0" dirty="0">
                <a:solidFill>
                  <a:srgbClr val="8070A0"/>
                </a:solidFill>
              </a:rPr>
              <a:t>  </a:t>
            </a:r>
            <a:r>
              <a:rPr sz="1400" b="0" i="0" dirty="0">
                <a:solidFill>
                  <a:srgbClr val="8070A0"/>
                </a:solidFill>
              </a:rPr>
              <a:t>|  </a:t>
            </a:r>
            <a:r>
              <a:rPr lang="en-IN" sz="1400" dirty="0">
                <a:solidFill>
                  <a:srgbClr val="8070A0"/>
                </a:solidFill>
              </a:rPr>
              <a:t>Neha Agrawal</a:t>
            </a:r>
            <a:endParaRPr sz="1400" b="0" i="0" dirty="0">
              <a:solidFill>
                <a:srgbClr val="8070A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9B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B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12188952" cy="1005840"/>
          </a:xfrm>
          <a:prstGeom prst="rect">
            <a:avLst/>
          </a:prstGeom>
          <a:solidFill>
            <a:srgbClr val="E4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3D355E"/>
                </a:solidFill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dirty="0">
                <a:solidFill>
                  <a:srgbClr val="3D355E"/>
                </a:solidFill>
              </a:rPr>
              <a:t>  •  Android application built with Kotlin and Android Studio</a:t>
            </a:r>
          </a:p>
          <a:p>
            <a:pPr algn="l"/>
            <a:r>
              <a:rPr sz="1800" dirty="0">
                <a:solidFill>
                  <a:srgbClr val="3D355E"/>
                </a:solidFill>
              </a:rPr>
              <a:t>  •  Search crops by name and view their water footprint in </a:t>
            </a:r>
            <a:r>
              <a:rPr sz="1800" dirty="0" err="1">
                <a:solidFill>
                  <a:srgbClr val="3D355E"/>
                </a:solidFill>
              </a:rPr>
              <a:t>litres</a:t>
            </a:r>
            <a:r>
              <a:rPr sz="1800" dirty="0">
                <a:solidFill>
                  <a:srgbClr val="3D355E"/>
                </a:solidFill>
              </a:rPr>
              <a:t>/kg</a:t>
            </a:r>
          </a:p>
          <a:p>
            <a:pPr algn="l"/>
            <a:r>
              <a:rPr sz="1800" dirty="0">
                <a:solidFill>
                  <a:srgbClr val="3D355E"/>
                </a:solidFill>
              </a:rPr>
              <a:t>  •  Displays Green, Blue, and Grey water breakdown with a Pie Chart</a:t>
            </a:r>
          </a:p>
          <a:p>
            <a:pPr algn="l"/>
            <a:r>
              <a:rPr sz="1800" dirty="0">
                <a:solidFill>
                  <a:srgbClr val="3D355E"/>
                </a:solidFill>
              </a:rPr>
              <a:t>  •  Saves every search to local history using Room Database</a:t>
            </a:r>
          </a:p>
          <a:p>
            <a:pPr algn="l"/>
            <a:r>
              <a:rPr sz="1800" dirty="0">
                <a:solidFill>
                  <a:srgbClr val="3D355E"/>
                </a:solidFill>
              </a:rPr>
              <a:t>  •  Supports 11 Indian languages (Hindi, Bengali, Tamil, Telugu and more)</a:t>
            </a:r>
          </a:p>
          <a:p>
            <a:pPr algn="l"/>
            <a:r>
              <a:rPr sz="1800" dirty="0">
                <a:solidFill>
                  <a:srgbClr val="3D355E"/>
                </a:solidFill>
              </a:rPr>
              <a:t>  •  Backend powered by a Python / Flask REST API with crop dataset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49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49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12188952" cy="1005840"/>
          </a:xfrm>
          <a:prstGeom prst="rect">
            <a:avLst/>
          </a:prstGeom>
          <a:solidFill>
            <a:srgbClr val="FF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D355E"/>
                </a:solidFill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D355E"/>
                </a:solidFill>
              </a:rPr>
              <a:t>  •  Agriculture consumes ~70% of global freshwater resources</a:t>
            </a:r>
          </a:p>
          <a:p>
            <a:pPr algn="l"/>
            <a:r>
              <a:rPr sz="1800">
                <a:solidFill>
                  <a:srgbClr val="3D355E"/>
                </a:solidFill>
              </a:rPr>
              <a:t>  •  Farmers and students lack easy access to crop water-use data</a:t>
            </a:r>
          </a:p>
          <a:p>
            <a:pPr algn="l"/>
            <a:r>
              <a:rPr sz="1800">
                <a:solidFill>
                  <a:srgbClr val="3D355E"/>
                </a:solidFill>
              </a:rPr>
              <a:t>  •  Existing tools are complex, web-only, or require technical expertise</a:t>
            </a:r>
          </a:p>
          <a:p>
            <a:pPr algn="l"/>
            <a:r>
              <a:rPr sz="1800">
                <a:solidFill>
                  <a:srgbClr val="3D355E"/>
                </a:solidFill>
              </a:rPr>
              <a:t>  •  No simple multilingual mobile solution for Indian crop water footprints</a:t>
            </a:r>
          </a:p>
          <a:p>
            <a:pPr algn="l"/>
            <a:r>
              <a:rPr sz="1800">
                <a:solidFill>
                  <a:srgbClr val="3D355E"/>
                </a:solidFill>
              </a:rPr>
              <a:t>  •  Water scarcity awareness is critically low among rural and semi-urban users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4C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4C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12188952" cy="1005840"/>
          </a:xfrm>
          <a:prstGeom prst="rect">
            <a:avLst/>
          </a:prstGeom>
          <a:solidFill>
            <a:srgbClr val="FF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D355E"/>
                </a:solidFill>
              </a:rPr>
              <a:t>Key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03520" cy="1097280"/>
          </a:xfrm>
          <a:prstGeom prst="rect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4447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355E"/>
                </a:solidFill>
              </a:rPr>
              <a:t>🔍  Crop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F9E"/>
                </a:solidFill>
              </a:rPr>
              <a:t>Search by name with autocomplete suggestions from backend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5303520" cy="1097280"/>
          </a:xfrm>
          <a:prstGeom prst="rect">
            <a:avLst/>
          </a:prstGeom>
          <a:solidFill>
            <a:srgbClr val="D4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8163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355E"/>
                </a:solidFill>
              </a:rPr>
              <a:t>📊  Water Footprint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461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F9E"/>
                </a:solidFill>
              </a:rPr>
              <a:t>Green, Blue, Grey water breakdown with interactive Pie Chart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5303520" cy="1097280"/>
          </a:xfrm>
          <a:prstGeom prst="rect">
            <a:avLst/>
          </a:prstGeom>
          <a:solidFill>
            <a:srgbClr val="FFE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41879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355E"/>
                </a:solidFill>
              </a:rPr>
              <a:t>💡  Water Tips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6177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F9E"/>
                </a:solidFill>
              </a:rPr>
              <a:t>Crop-specific water-saving tips and scarcity risk level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371600"/>
            <a:ext cx="5303520" cy="1097280"/>
          </a:xfrm>
          <a:prstGeom prst="rect">
            <a:avLst/>
          </a:prstGeom>
          <a:solidFill>
            <a:srgbClr val="FFE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14447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355E"/>
                </a:solidFill>
              </a:rPr>
              <a:t>🕓  Search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87451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F9E"/>
                </a:solidFill>
              </a:rPr>
              <a:t>All searches saved locally with crop name and timestamp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743200"/>
            <a:ext cx="5303520" cy="1097280"/>
          </a:xfrm>
          <a:prstGeom prst="rect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28163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355E"/>
                </a:solidFill>
              </a:rPr>
              <a:t>🌍  11 Languages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2461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F9E"/>
                </a:solidFill>
              </a:rPr>
              <a:t>Switch from Hindi to Malayalam — app reloads in chosen lang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114800"/>
            <a:ext cx="5303520" cy="1097280"/>
          </a:xfrm>
          <a:prstGeom prst="rect">
            <a:avLst/>
          </a:prstGeom>
          <a:solidFill>
            <a:srgbClr val="D4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6537960" y="41879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355E"/>
                </a:solidFill>
              </a:rPr>
              <a:t>🌾  Crop Details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6177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F9E"/>
                </a:solidFill>
              </a:rPr>
              <a:t>Climate, irrigation type, harvest season, water scarcity info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9" grpId="0" animBg="1"/>
      <p:bldP spid="12" grpId="0" animBg="1"/>
      <p:bldP spid="15" grpId="0" animBg="1"/>
      <p:bldP spid="18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B59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59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12188952" cy="1005840"/>
          </a:xfrm>
          <a:prstGeom prst="rect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D355E"/>
                </a:solidFill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749039" cy="2286000"/>
          </a:xfrm>
          <a:prstGeom prst="rect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355E"/>
                </a:solidFill>
              </a:rPr>
              <a:t>📱 Android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F9E"/>
                </a:solidFill>
              </a:rPr>
              <a:t>Kotlin + Jetpack Navigation
Room DB, Retrofit
MPAndroidChart, ViewBinding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371600"/>
            <a:ext cx="3749039" cy="2286000"/>
          </a:xfrm>
          <a:prstGeom prst="rect">
            <a:avLst/>
          </a:prstGeom>
          <a:solidFill>
            <a:srgbClr val="D4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5196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355E"/>
                </a:solidFill>
              </a:rPr>
              <a:t>🔗 REST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96596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F9E"/>
                </a:solidFill>
              </a:rPr>
              <a:t>Python / Flask
JSON Endpoints
/search, /suggestions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371600"/>
            <a:ext cx="3749039" cy="2286000"/>
          </a:xfrm>
          <a:prstGeom prst="rect">
            <a:avLst/>
          </a:prstGeom>
          <a:solidFill>
            <a:srgbClr val="FFE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956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355E"/>
                </a:solidFill>
              </a:rPr>
              <a:t>🗄️ Crop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196596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F9E"/>
                </a:solidFill>
              </a:rPr>
              <a:t>JSON / flat dataset
Crop water footprint values
Green, Blue, Grey per crop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3749039" cy="2286000"/>
          </a:xfrm>
          <a:prstGeom prst="rect">
            <a:avLst/>
          </a:prstGeom>
          <a:solidFill>
            <a:srgbClr val="FFE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977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355E"/>
                </a:solidFill>
              </a:rPr>
              <a:t>🌐 Localization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3484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F9E"/>
                </a:solidFill>
              </a:rPr>
              <a:t>11 Language Strings
LocaleHelper utility
SharedPreferences persist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3840480"/>
            <a:ext cx="3749039" cy="2286000"/>
          </a:xfrm>
          <a:prstGeom prst="rect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51960" y="3977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355E"/>
                </a:solidFill>
              </a:rPr>
              <a:t>📦 Local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443484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F9E"/>
                </a:solidFill>
              </a:rPr>
              <a:t>Room Database
HistoryEntity + DAO
Searches with timestamps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3840480"/>
            <a:ext cx="3749039" cy="2286000"/>
          </a:xfrm>
          <a:prstGeom prst="rect">
            <a:avLst/>
          </a:prstGeom>
          <a:solidFill>
            <a:srgbClr val="D4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09560" y="3977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355E"/>
                </a:solidFill>
              </a:rPr>
              <a:t>🌿 Result Screen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43484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F9E"/>
                </a:solidFill>
              </a:rPr>
              <a:t>Pie chart breakdown
Water-saving tips
Climate &amp; irrigation info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9" grpId="0" animBg="1"/>
      <p:bldP spid="12" grpId="0" animBg="1"/>
      <p:bldP spid="15" grpId="0" animBg="1"/>
      <p:bldP spid="18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9B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B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12188952" cy="1005840"/>
          </a:xfrm>
          <a:prstGeom prst="rect">
            <a:avLst/>
          </a:prstGeom>
          <a:solidFill>
            <a:srgbClr val="E4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D355E"/>
                </a:solidFill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2194560"/>
          </a:xfrm>
          <a:prstGeom prst="rect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D355E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5F9E"/>
                </a:solidFill>
              </a:rPr>
              <a:t>Kotlin, Jetpack Navigation
Android Studio, Gradle
MPAndroidChart, ViewBinding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486400" cy="2194560"/>
          </a:xfrm>
          <a:prstGeom prst="rect">
            <a:avLst/>
          </a:prstGeom>
          <a:solidFill>
            <a:srgbClr val="D4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D355E"/>
                </a:solidFill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5F9E"/>
                </a:solidFill>
              </a:rPr>
              <a:t>Python, Flask REST API
JSON crop dataset
/search, /suggestions endpoints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5486400" cy="2194560"/>
          </a:xfrm>
          <a:prstGeom prst="rect">
            <a:avLst/>
          </a:prstGeom>
          <a:solidFill>
            <a:srgbClr val="FFE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977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D355E"/>
                </a:solidFill>
              </a:rPr>
              <a:t>Local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5F9E"/>
                </a:solidFill>
              </a:rPr>
              <a:t>Room Database (SQLite)
HistoryEntity + DAO
SharedPreferences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840480"/>
            <a:ext cx="5486400" cy="2194560"/>
          </a:xfrm>
          <a:prstGeom prst="rect">
            <a:avLst/>
          </a:prstGeom>
          <a:solidFill>
            <a:srgbClr val="FFE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3977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D355E"/>
                </a:solidFill>
              </a:rPr>
              <a:t>HTTP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434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5F9E"/>
                </a:solidFill>
              </a:rPr>
              <a:t>Retrofit 2
OkHttp
JSON response parsing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9" grpId="0" animBg="1"/>
      <p:bldP spid="12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49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49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12188952" cy="1005840"/>
          </a:xfrm>
          <a:prstGeom prst="rect">
            <a:avLst/>
          </a:prstGeom>
          <a:solidFill>
            <a:srgbClr val="FF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D355E"/>
                </a:solidFill>
              </a:rPr>
              <a:t>App Screens &amp; Navigation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06040" cy="5029200"/>
          </a:xfrm>
          <a:prstGeom prst="rect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D355E"/>
                </a:solidFill>
              </a:rPr>
              <a:t>🏠 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377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5F9E"/>
                </a:solidFill>
              </a:rPr>
              <a:t>Search bar with
autocomplete
Search button
Loading + error states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606040" cy="5029200"/>
          </a:xfrm>
          <a:prstGeom prst="rect">
            <a:avLst/>
          </a:prstGeom>
          <a:solidFill>
            <a:srgbClr val="D4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9000" y="1508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D355E"/>
                </a:solidFill>
              </a:rPr>
              <a:t>📋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194560"/>
            <a:ext cx="2377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5F9E"/>
                </a:solidFill>
              </a:rPr>
              <a:t>Crop name
Total water
Green/Blue/Grey
Pie chart + tip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9340" y="1371600"/>
            <a:ext cx="2606040" cy="5029200"/>
          </a:xfrm>
          <a:prstGeom prst="rect">
            <a:avLst/>
          </a:prstGeom>
          <a:solidFill>
            <a:srgbClr val="FFE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508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D355E"/>
                </a:solidFill>
              </a:rPr>
              <a:t>🕓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194560"/>
            <a:ext cx="2377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5F9E"/>
                </a:solidFill>
              </a:rPr>
              <a:t>Past searches list
Timestamps
Water values
Scrollable 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371600"/>
            <a:ext cx="2606040" cy="5029200"/>
          </a:xfrm>
          <a:prstGeom prst="rect">
            <a:avLst/>
          </a:prstGeom>
          <a:solidFill>
            <a:srgbClr val="FFE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98280" y="1508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D355E"/>
                </a:solidFill>
              </a:rPr>
              <a:t>🌍 Language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194560"/>
            <a:ext cx="2377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5F9E"/>
                </a:solidFill>
              </a:rPr>
              <a:t>11 language options
Spinner selection
App recreation
on change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9" grpId="0" animBg="1"/>
      <p:bldP spid="12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4C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4C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12188952" cy="1005840"/>
          </a:xfrm>
          <a:prstGeom prst="rect">
            <a:avLst/>
          </a:prstGeom>
          <a:solidFill>
            <a:srgbClr val="FF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D355E"/>
                </a:solidFill>
              </a:rPr>
              <a:t>Conclusion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3D355E"/>
                </a:solidFill>
              </a:rPr>
              <a:t>  •  Vaari delivers easy, mobile-first access to crop water footprint data</a:t>
            </a:r>
          </a:p>
          <a:p>
            <a:pPr algn="l"/>
            <a:r>
              <a:rPr sz="1700">
                <a:solidFill>
                  <a:srgbClr val="3D355E"/>
                </a:solidFill>
              </a:rPr>
              <a:t>  •  Multilingual support makes it accessible across India's diverse languages</a:t>
            </a:r>
          </a:p>
          <a:p>
            <a:pPr algn="l"/>
            <a:r>
              <a:rPr sz="1700">
                <a:solidFill>
                  <a:srgbClr val="3D355E"/>
                </a:solidFill>
              </a:rPr>
              <a:t>  •  Local history and pie chart make the data meaningful and trackable</a:t>
            </a:r>
          </a:p>
          <a:p>
            <a:pPr algn="l"/>
            <a:r>
              <a:rPr sz="1700">
                <a:solidFill>
                  <a:srgbClr val="3D355E"/>
                </a:solidFill>
              </a:rPr>
              <a:t>  •  Future: Add crop comparison side-by-side feature</a:t>
            </a:r>
          </a:p>
          <a:p>
            <a:pPr algn="l"/>
            <a:r>
              <a:rPr sz="1700">
                <a:solidFill>
                  <a:srgbClr val="3D355E"/>
                </a:solidFill>
              </a:rPr>
              <a:t>  •  Future: Offline mode using cached crop dataset</a:t>
            </a:r>
          </a:p>
          <a:p>
            <a:pPr algn="l"/>
            <a:r>
              <a:rPr sz="1700">
                <a:solidFill>
                  <a:srgbClr val="3D355E"/>
                </a:solidFill>
              </a:rPr>
              <a:t>  •  Future: Weather-based water usage prediction using ML models</a:t>
            </a:r>
          </a:p>
          <a:p>
            <a:pPr algn="l"/>
            <a:r>
              <a:rPr sz="1700">
                <a:solidFill>
                  <a:srgbClr val="3D355E"/>
                </a:solidFill>
              </a:rPr>
              <a:t>  •  Future: Expand crop database with regional and seasonal varieties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94360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6B5F9E"/>
                </a:solidFill>
              </a:rPr>
              <a:t>Thank You  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542</Words>
  <Application>Microsoft Office PowerPoint</Application>
  <PresentationFormat>Custom</PresentationFormat>
  <Paragraphs>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Pranav Bhagwat</cp:lastModifiedBy>
  <cp:revision>2</cp:revision>
  <dcterms:created xsi:type="dcterms:W3CDTF">2013-01-27T09:14:16Z</dcterms:created>
  <dcterms:modified xsi:type="dcterms:W3CDTF">2026-05-21T06:15:04Z</dcterms:modified>
  <cp:category/>
</cp:coreProperties>
</file>